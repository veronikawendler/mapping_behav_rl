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36" d="100"/>
          <a:sy n="36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CB2E-1528-16B8-15C2-8ACF999AB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C3FC8-885D-1777-B1C9-EF1A47189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A716-D2B1-E115-35BA-1F522971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EEE04-00F6-8DBB-B4AC-55288944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422C1-A22B-6321-6651-FFC414B9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13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1C8E-0724-C9B7-BD0E-93B8E390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50DE-70B6-0FBB-2E49-284E6A6A2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6C415-F14E-F895-EAAB-233CE2BE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10085-4956-5CE5-BF86-2AD01D99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5B4BC-618D-99C5-7728-468973F8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21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1709-BC31-489B-FBB9-C4947748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7DB8-808D-758A-FE1D-6E1D36FB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0420C-F6C8-E4E4-3B7F-AED6CB65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890E2-0659-A680-7C53-CC143159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9173B-5AB6-4988-1894-8E23E795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10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B9FC-0FC3-FC76-BE56-7241B619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59CF-0522-C9EB-486B-063D28DC6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7ED56-1D34-FDFC-D44A-9BF6215C6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6D768-2E79-5531-12B3-28BEADB2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70785-5CD0-4006-EE70-A066A032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099C4-6841-BA3A-81E9-79F15F22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43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F891-AFA2-99FA-11C5-97641258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3C42C-CB9A-9389-D31B-23D798D52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AC9E5-03BA-5FE0-8F16-7A0998D2D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06872-CBC0-884F-B65A-3E02A3D66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9A9F2-C352-AB15-275A-6D915C075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EF8A3-B483-2976-8E85-A464A507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72CA0-2534-FB07-682A-3C5988EF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8C57B-94A5-6A2E-314D-DDEA1C10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38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FC22-CB9D-4203-57DD-6E502B64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9B8FF-04D9-F3E1-8D9B-E0E97C15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12DB5-5D28-4C78-102E-0DD1F8D6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8F820-675A-D07E-AE49-7F142739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95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2B741-E21F-3DBF-7052-79AAA128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948C9-7E96-78D5-A511-16E0113F9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25C7F-552A-D56C-1C13-F28D49DB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26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95FF-6F61-9CC6-FEFA-8F5CE3D7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131BA-84B2-E64D-BE67-DCD6CC960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F1C0F-C1C1-2F5F-39F4-793BA1BDE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FCEE6-81B7-A8E2-7009-83EF56A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78ED1-F190-4276-AFF6-BD40FCBB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8BD7A-568D-B9FC-1BE4-62276972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675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5E43-53A8-C3F3-AFAC-6452F070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A9FB5-B3B7-49E6-099F-743FF5965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10CDD-0C2C-5043-919C-9C03216DF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CD1EC-2F78-A77E-CD10-CF1CECE8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9F2F8-00CE-E4CE-A881-39378CD6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4F443-F803-5131-5DBA-12F7A269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84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23E05-9792-D0B3-6C14-65F67664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1D69D-54E4-E4C7-BA5D-5CD2E2D85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E06B3-3FF5-0AA8-6BF1-7CC7E351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56B0C-BDB4-D63E-D84C-7C4DA56F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4DD0-C637-F298-725E-618CCD2F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95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2D37F-42E4-E65E-BC77-0B2DC7320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7CA33-C830-0E37-DB08-3990841BA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DC5E-82BA-3225-7A87-1D78EC85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FC76D-43F1-93CD-93D0-4108FDAA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CB3D3-EACA-D953-A534-467EE9CA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77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7F85F-F280-ABC8-89FA-32E2CA26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4EA82-BB90-9E03-A72A-8AD8F1046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32FB-359C-CD01-F7AD-4DA753A73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528B5-417B-4276-892C-A55D106F65C3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6DBA7-3B07-C389-10E8-C5AFB6DAB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EA18-7623-8326-6EBA-292F26090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FF1F2-39FE-4D00-9A97-A17546F51B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0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AA99-20B1-6506-2956-0B2522F40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Supervisory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EEA7A-8E76-8607-6A4F-905E98EA8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09.03.2026</a:t>
            </a:r>
          </a:p>
        </p:txBody>
      </p:sp>
    </p:spTree>
    <p:extLst>
      <p:ext uri="{BB962C8B-B14F-4D97-AF65-F5344CB8AC3E}">
        <p14:creationId xmlns:p14="http://schemas.microsoft.com/office/powerpoint/2010/main" val="233367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ED40E6-7741-8BF5-7795-6C579AFE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3" y="585891"/>
            <a:ext cx="6170977" cy="55478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E5BC89-4AC2-4108-DE90-C20B15AA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763" y="1686867"/>
            <a:ext cx="5677034" cy="363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7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62B7F-400B-5D5D-CFE7-C796D4ADE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" y="835999"/>
            <a:ext cx="6026460" cy="5467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A579ED-E042-B129-EA50-A541075611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69"/>
          <a:stretch>
            <a:fillRect/>
          </a:stretch>
        </p:blipFill>
        <p:spPr>
          <a:xfrm>
            <a:off x="6403218" y="1602297"/>
            <a:ext cx="5719242" cy="350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6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243C7-4753-E905-0491-929FB235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047"/>
            <a:ext cx="6020550" cy="5431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B04703-6048-207F-873B-2E7F2F98F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806" y="155273"/>
            <a:ext cx="3937370" cy="65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6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3D83-CB20-A4D8-2864-C74B223D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CDE15-00EE-0DB7-343E-81ED29E3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Clustering in electricity region due to funding (community &amp; energy relationship) </a:t>
            </a:r>
          </a:p>
        </p:txBody>
      </p:sp>
    </p:spTree>
    <p:extLst>
      <p:ext uri="{BB962C8B-B14F-4D97-AF65-F5344CB8AC3E}">
        <p14:creationId xmlns:p14="http://schemas.microsoft.com/office/powerpoint/2010/main" val="1339998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16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Supervisory Meeting</vt:lpstr>
      <vt:lpstr>PowerPoint Presentation</vt:lpstr>
      <vt:lpstr>PowerPoint Presentation</vt:lpstr>
      <vt:lpstr>PowerPoint Presentation</vt:lpstr>
      <vt:lpstr>PowerPoint Presentation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Veronika Wendler (PhD Psychology Lab OS UKRI FT)</dc:creator>
  <cp:lastModifiedBy>Veronika Wendler (PhD Psychology Lab OS UKRI FT)</cp:lastModifiedBy>
  <cp:revision>2</cp:revision>
  <dcterms:created xsi:type="dcterms:W3CDTF">2026-03-09T12:16:58Z</dcterms:created>
  <dcterms:modified xsi:type="dcterms:W3CDTF">2026-03-09T23:05:53Z</dcterms:modified>
</cp:coreProperties>
</file>